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56" r:id="rId2"/>
    <p:sldId id="342" r:id="rId3"/>
    <p:sldId id="343" r:id="rId4"/>
    <p:sldId id="344" r:id="rId5"/>
    <p:sldId id="345" r:id="rId6"/>
    <p:sldId id="348" r:id="rId7"/>
    <p:sldId id="350" r:id="rId8"/>
    <p:sldId id="351" r:id="rId9"/>
    <p:sldId id="353" r:id="rId10"/>
    <p:sldId id="352" r:id="rId11"/>
    <p:sldId id="354" r:id="rId12"/>
    <p:sldId id="355" r:id="rId13"/>
    <p:sldId id="356" r:id="rId14"/>
    <p:sldId id="358" r:id="rId15"/>
    <p:sldId id="357" r:id="rId16"/>
    <p:sldId id="359" r:id="rId17"/>
    <p:sldId id="360" r:id="rId18"/>
    <p:sldId id="361" r:id="rId1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6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969696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14" autoAdjust="0"/>
    <p:restoredTop sz="94660"/>
  </p:normalViewPr>
  <p:slideViewPr>
    <p:cSldViewPr>
      <p:cViewPr varScale="1">
        <p:scale>
          <a:sx n="79" d="100"/>
          <a:sy n="79" d="100"/>
        </p:scale>
        <p:origin x="1243" y="72"/>
      </p:cViewPr>
      <p:guideLst>
        <p:guide orient="horz" pos="2496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CCB2E287-E1D0-0183-FFE5-0AE0135A89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CBEEEA10-DE58-878D-C4FD-D0711FB06E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2692" name="Rectangle 4">
            <a:extLst>
              <a:ext uri="{FF2B5EF4-FFF2-40B4-BE49-F238E27FC236}">
                <a16:creationId xmlns:a16="http://schemas.microsoft.com/office/drawing/2014/main" id="{8E9E8538-449A-1640-55FF-92184802CD4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2693" name="Rectangle 5">
            <a:extLst>
              <a:ext uri="{FF2B5EF4-FFF2-40B4-BE49-F238E27FC236}">
                <a16:creationId xmlns:a16="http://schemas.microsoft.com/office/drawing/2014/main" id="{547E34A2-7F74-CD2C-498D-7B02502BE78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9F7F6F3-8219-4BBC-BBF5-74423FFD60C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C000C8D-919D-D026-CBB8-357AE9FD27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DF0F881-7C23-6221-5F14-CBF435BA00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C8E2649E-D6E8-6FA7-91AB-81A9E9C3E05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B244A8DE-C10D-06DF-0A19-7C06D3EE052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802E5F9A-F71C-381F-2767-7244162CF0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D2CBAB28-E874-E5A2-A479-D9F59F4EB3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04FCCD3-7125-4D35-A1A4-0201C76872B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875598B4-AE78-D462-E94C-9433AF8177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6A4BFE-7734-4664-B4C2-721761589302}" type="slidenum">
              <a:rPr kumimoji="0" lang="en-US" altLang="pt-BR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en-US" altLang="pt-BR">
              <a:latin typeface="Tahoma" panose="020B060403050404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603D753-483B-BE3E-A4FE-96426DBE8E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6250541-1D82-C34B-E275-9078C4966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6F5E4E61-5511-D9C9-A83C-B0C8CEA283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B8D8443-239B-4395-84AA-005E687757C1}" type="slidenum">
              <a:rPr kumimoji="0" lang="en-US" altLang="pt-BR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kumimoji="0" lang="en-US" altLang="pt-BR">
              <a:latin typeface="Tahoma" panose="020B060403050404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E75DF86-402F-4730-3E70-428AF5B14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1EC7264-19A8-FE39-FF19-FE8886F91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>
            <a:extLst>
              <a:ext uri="{FF2B5EF4-FFF2-40B4-BE49-F238E27FC236}">
                <a16:creationId xmlns:a16="http://schemas.microsoft.com/office/drawing/2014/main" id="{6D844BBF-2DEE-A15C-1381-690DAD1128D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6E1ECF5-F645-C5A5-6B86-04CF972661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6FF1CC56-449E-88BF-D8F9-6D6C9091016F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grpSp>
            <p:nvGrpSpPr>
              <p:cNvPr id="14" name="Group 4">
                <a:extLst>
                  <a:ext uri="{FF2B5EF4-FFF2-40B4-BE49-F238E27FC236}">
                    <a16:creationId xmlns:a16="http://schemas.microsoft.com/office/drawing/2014/main" id="{169DDE12-3BC3-D20A-A2BD-1AF08447D66F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5">
                  <a:extLst>
                    <a:ext uri="{FF2B5EF4-FFF2-40B4-BE49-F238E27FC236}">
                      <a16:creationId xmlns:a16="http://schemas.microsoft.com/office/drawing/2014/main" id="{68962A69-B5E1-DB4F-7E34-1698251018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7" name="Line 6">
                  <a:extLst>
                    <a:ext uri="{FF2B5EF4-FFF2-40B4-BE49-F238E27FC236}">
                      <a16:creationId xmlns:a16="http://schemas.microsoft.com/office/drawing/2014/main" id="{78C59C54-9BA7-A855-6C58-C0E9C4A04A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8" name="Line 7">
                  <a:extLst>
                    <a:ext uri="{FF2B5EF4-FFF2-40B4-BE49-F238E27FC236}">
                      <a16:creationId xmlns:a16="http://schemas.microsoft.com/office/drawing/2014/main" id="{C803D724-E911-6F14-AFA1-4BB5EF3DA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9" name="Line 8">
                  <a:extLst>
                    <a:ext uri="{FF2B5EF4-FFF2-40B4-BE49-F238E27FC236}">
                      <a16:creationId xmlns:a16="http://schemas.microsoft.com/office/drawing/2014/main" id="{7AC03DAB-8FAE-B350-E128-44E0D57018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0" name="Line 9">
                  <a:extLst>
                    <a:ext uri="{FF2B5EF4-FFF2-40B4-BE49-F238E27FC236}">
                      <a16:creationId xmlns:a16="http://schemas.microsoft.com/office/drawing/2014/main" id="{E32847C5-A941-D444-5BFD-E69291A4EC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1" name="Line 10">
                  <a:extLst>
                    <a:ext uri="{FF2B5EF4-FFF2-40B4-BE49-F238E27FC236}">
                      <a16:creationId xmlns:a16="http://schemas.microsoft.com/office/drawing/2014/main" id="{C04C1177-D9ED-BF2F-94D1-0A2079A5DC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2" name="Line 11">
                  <a:extLst>
                    <a:ext uri="{FF2B5EF4-FFF2-40B4-BE49-F238E27FC236}">
                      <a16:creationId xmlns:a16="http://schemas.microsoft.com/office/drawing/2014/main" id="{371D8339-DE1C-7D02-1B10-399D6ACD2F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3" name="Line 12">
                  <a:extLst>
                    <a:ext uri="{FF2B5EF4-FFF2-40B4-BE49-F238E27FC236}">
                      <a16:creationId xmlns:a16="http://schemas.microsoft.com/office/drawing/2014/main" id="{A2D6B1F0-00AA-F45B-F9C4-6AF5B997DF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4" name="Line 13">
                  <a:extLst>
                    <a:ext uri="{FF2B5EF4-FFF2-40B4-BE49-F238E27FC236}">
                      <a16:creationId xmlns:a16="http://schemas.microsoft.com/office/drawing/2014/main" id="{D61C0257-ACA2-556C-2646-2170C31A97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5" name="Line 14">
                  <a:extLst>
                    <a:ext uri="{FF2B5EF4-FFF2-40B4-BE49-F238E27FC236}">
                      <a16:creationId xmlns:a16="http://schemas.microsoft.com/office/drawing/2014/main" id="{EDA802B8-6A9D-7A40-E2CF-4C4573E8BA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6" name="Line 15">
                  <a:extLst>
                    <a:ext uri="{FF2B5EF4-FFF2-40B4-BE49-F238E27FC236}">
                      <a16:creationId xmlns:a16="http://schemas.microsoft.com/office/drawing/2014/main" id="{CEFC320E-8E8F-AF17-08AE-3F54532966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" name="Line 16">
                  <a:extLst>
                    <a:ext uri="{FF2B5EF4-FFF2-40B4-BE49-F238E27FC236}">
                      <a16:creationId xmlns:a16="http://schemas.microsoft.com/office/drawing/2014/main" id="{EA7B118C-759B-BE24-767B-C107849C6C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8" name="Line 17">
                  <a:extLst>
                    <a:ext uri="{FF2B5EF4-FFF2-40B4-BE49-F238E27FC236}">
                      <a16:creationId xmlns:a16="http://schemas.microsoft.com/office/drawing/2014/main" id="{24E04115-5BD4-AE2C-0D53-344F7D5DD6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9" name="Line 18">
                  <a:extLst>
                    <a:ext uri="{FF2B5EF4-FFF2-40B4-BE49-F238E27FC236}">
                      <a16:creationId xmlns:a16="http://schemas.microsoft.com/office/drawing/2014/main" id="{E1E9D139-947B-6DCB-4CFC-1455973EB8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0" name="Line 19">
                  <a:extLst>
                    <a:ext uri="{FF2B5EF4-FFF2-40B4-BE49-F238E27FC236}">
                      <a16:creationId xmlns:a16="http://schemas.microsoft.com/office/drawing/2014/main" id="{B1B1239B-DAB2-F0D0-50E4-F2407B8455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1" name="Line 20">
                  <a:extLst>
                    <a:ext uri="{FF2B5EF4-FFF2-40B4-BE49-F238E27FC236}">
                      <a16:creationId xmlns:a16="http://schemas.microsoft.com/office/drawing/2014/main" id="{3D4B72B7-4A57-15AF-1031-3437000F61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2" name="Line 21">
                  <a:extLst>
                    <a:ext uri="{FF2B5EF4-FFF2-40B4-BE49-F238E27FC236}">
                      <a16:creationId xmlns:a16="http://schemas.microsoft.com/office/drawing/2014/main" id="{F5D05067-1165-60CC-0419-25E377DF73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3" name="Line 22">
                  <a:extLst>
                    <a:ext uri="{FF2B5EF4-FFF2-40B4-BE49-F238E27FC236}">
                      <a16:creationId xmlns:a16="http://schemas.microsoft.com/office/drawing/2014/main" id="{F9ADAA2F-0D4A-21A9-477B-0578F33944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4" name="Line 23">
                  <a:extLst>
                    <a:ext uri="{FF2B5EF4-FFF2-40B4-BE49-F238E27FC236}">
                      <a16:creationId xmlns:a16="http://schemas.microsoft.com/office/drawing/2014/main" id="{CD41311F-55B4-B2D5-E6A3-1D8C8A22EE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5" name="Line 24">
                  <a:extLst>
                    <a:ext uri="{FF2B5EF4-FFF2-40B4-BE49-F238E27FC236}">
                      <a16:creationId xmlns:a16="http://schemas.microsoft.com/office/drawing/2014/main" id="{DDAE60FF-36E5-0C64-ED53-691F5E81A4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6" name="Line 25">
                  <a:extLst>
                    <a:ext uri="{FF2B5EF4-FFF2-40B4-BE49-F238E27FC236}">
                      <a16:creationId xmlns:a16="http://schemas.microsoft.com/office/drawing/2014/main" id="{A0387CD9-4D06-C923-A11D-EB9B99C94F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7" name="Line 26">
                  <a:extLst>
                    <a:ext uri="{FF2B5EF4-FFF2-40B4-BE49-F238E27FC236}">
                      <a16:creationId xmlns:a16="http://schemas.microsoft.com/office/drawing/2014/main" id="{F7CDCBD0-0457-85C0-CC1A-886955B57B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8" name="Line 27">
                  <a:extLst>
                    <a:ext uri="{FF2B5EF4-FFF2-40B4-BE49-F238E27FC236}">
                      <a16:creationId xmlns:a16="http://schemas.microsoft.com/office/drawing/2014/main" id="{034B8159-D07D-3812-011F-D92EFA3825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9" name="Line 28">
                  <a:extLst>
                    <a:ext uri="{FF2B5EF4-FFF2-40B4-BE49-F238E27FC236}">
                      <a16:creationId xmlns:a16="http://schemas.microsoft.com/office/drawing/2014/main" id="{9E94BF69-3845-E415-D494-236EC50E5B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0" name="Line 29">
                  <a:extLst>
                    <a:ext uri="{FF2B5EF4-FFF2-40B4-BE49-F238E27FC236}">
                      <a16:creationId xmlns:a16="http://schemas.microsoft.com/office/drawing/2014/main" id="{728FF2EE-6C40-DA6B-8A06-360C2F1588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1" name="Line 30">
                  <a:extLst>
                    <a:ext uri="{FF2B5EF4-FFF2-40B4-BE49-F238E27FC236}">
                      <a16:creationId xmlns:a16="http://schemas.microsoft.com/office/drawing/2014/main" id="{E295E7C8-6FCD-97E2-5B6C-C9F44EE4BF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2" name="Line 31">
                  <a:extLst>
                    <a:ext uri="{FF2B5EF4-FFF2-40B4-BE49-F238E27FC236}">
                      <a16:creationId xmlns:a16="http://schemas.microsoft.com/office/drawing/2014/main" id="{5CD34D19-85AC-3B06-5139-4E2248A0CF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3" name="Line 32">
                  <a:extLst>
                    <a:ext uri="{FF2B5EF4-FFF2-40B4-BE49-F238E27FC236}">
                      <a16:creationId xmlns:a16="http://schemas.microsoft.com/office/drawing/2014/main" id="{3A0F11CB-7605-B158-F1AE-1C1B2C361E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4" name="Line 33">
                  <a:extLst>
                    <a:ext uri="{FF2B5EF4-FFF2-40B4-BE49-F238E27FC236}">
                      <a16:creationId xmlns:a16="http://schemas.microsoft.com/office/drawing/2014/main" id="{F341F8BA-90D2-3676-B22C-40F15FBEC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5" name="Line 34">
                  <a:extLst>
                    <a:ext uri="{FF2B5EF4-FFF2-40B4-BE49-F238E27FC236}">
                      <a16:creationId xmlns:a16="http://schemas.microsoft.com/office/drawing/2014/main" id="{D12CEF89-F70E-732B-065E-CD39C5C674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6" name="Line 35">
                  <a:extLst>
                    <a:ext uri="{FF2B5EF4-FFF2-40B4-BE49-F238E27FC236}">
                      <a16:creationId xmlns:a16="http://schemas.microsoft.com/office/drawing/2014/main" id="{378D6151-3189-26E7-D6A9-D989A3BC80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7" name="Line 36">
                  <a:extLst>
                    <a:ext uri="{FF2B5EF4-FFF2-40B4-BE49-F238E27FC236}">
                      <a16:creationId xmlns:a16="http://schemas.microsoft.com/office/drawing/2014/main" id="{43734CD1-0CA5-9453-F684-781E0410CD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8" name="Line 37">
                  <a:extLst>
                    <a:ext uri="{FF2B5EF4-FFF2-40B4-BE49-F238E27FC236}">
                      <a16:creationId xmlns:a16="http://schemas.microsoft.com/office/drawing/2014/main" id="{AE9272FB-5EC2-4ACF-E02A-4ADE0371D6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9" name="Line 38">
                  <a:extLst>
                    <a:ext uri="{FF2B5EF4-FFF2-40B4-BE49-F238E27FC236}">
                      <a16:creationId xmlns:a16="http://schemas.microsoft.com/office/drawing/2014/main" id="{90BEE8C5-94A1-1E3E-D142-3368B99A48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0" name="Line 39">
                  <a:extLst>
                    <a:ext uri="{FF2B5EF4-FFF2-40B4-BE49-F238E27FC236}">
                      <a16:creationId xmlns:a16="http://schemas.microsoft.com/office/drawing/2014/main" id="{4FAF9593-35EA-CBFB-DDCC-F20DE1FB73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1" name="Line 40">
                  <a:extLst>
                    <a:ext uri="{FF2B5EF4-FFF2-40B4-BE49-F238E27FC236}">
                      <a16:creationId xmlns:a16="http://schemas.microsoft.com/office/drawing/2014/main" id="{934C4CA2-DEA7-B3D4-732D-46E4E92CF0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2" name="Line 41">
                  <a:extLst>
                    <a:ext uri="{FF2B5EF4-FFF2-40B4-BE49-F238E27FC236}">
                      <a16:creationId xmlns:a16="http://schemas.microsoft.com/office/drawing/2014/main" id="{B918F5D9-A5BF-6880-F9F7-7BFD8DECD9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3" name="Line 42">
                  <a:extLst>
                    <a:ext uri="{FF2B5EF4-FFF2-40B4-BE49-F238E27FC236}">
                      <a16:creationId xmlns:a16="http://schemas.microsoft.com/office/drawing/2014/main" id="{E23F053B-A628-EE32-310F-7E89923C88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4" name="Line 43">
                  <a:extLst>
                    <a:ext uri="{FF2B5EF4-FFF2-40B4-BE49-F238E27FC236}">
                      <a16:creationId xmlns:a16="http://schemas.microsoft.com/office/drawing/2014/main" id="{C341D96C-4AD9-6A90-F888-354A0618D4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5" name="Line 44">
                  <a:extLst>
                    <a:ext uri="{FF2B5EF4-FFF2-40B4-BE49-F238E27FC236}">
                      <a16:creationId xmlns:a16="http://schemas.microsoft.com/office/drawing/2014/main" id="{6A2744B2-EFD3-D992-56B8-B8F40F7CA0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6" name="Line 45">
                  <a:extLst>
                    <a:ext uri="{FF2B5EF4-FFF2-40B4-BE49-F238E27FC236}">
                      <a16:creationId xmlns:a16="http://schemas.microsoft.com/office/drawing/2014/main" id="{10839FF2-A094-36D3-1877-C149E197E0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7" name="Line 46">
                  <a:extLst>
                    <a:ext uri="{FF2B5EF4-FFF2-40B4-BE49-F238E27FC236}">
                      <a16:creationId xmlns:a16="http://schemas.microsoft.com/office/drawing/2014/main" id="{F672A7FC-0E05-3B7F-4452-740486F345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8" name="Line 47">
                  <a:extLst>
                    <a:ext uri="{FF2B5EF4-FFF2-40B4-BE49-F238E27FC236}">
                      <a16:creationId xmlns:a16="http://schemas.microsoft.com/office/drawing/2014/main" id="{D8D3D16E-3C1D-4BEA-DB8D-662DCBEC61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9" name="Line 48">
                  <a:extLst>
                    <a:ext uri="{FF2B5EF4-FFF2-40B4-BE49-F238E27FC236}">
                      <a16:creationId xmlns:a16="http://schemas.microsoft.com/office/drawing/2014/main" id="{7DE23357-044B-BCE9-766C-44CE791235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0" name="Line 49">
                  <a:extLst>
                    <a:ext uri="{FF2B5EF4-FFF2-40B4-BE49-F238E27FC236}">
                      <a16:creationId xmlns:a16="http://schemas.microsoft.com/office/drawing/2014/main" id="{A1973730-A6E5-5C50-3EA0-56B14101ED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1" name="Line 50">
                  <a:extLst>
                    <a:ext uri="{FF2B5EF4-FFF2-40B4-BE49-F238E27FC236}">
                      <a16:creationId xmlns:a16="http://schemas.microsoft.com/office/drawing/2014/main" id="{3E007F36-AB4F-F93A-C979-10750590F2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2" name="Line 51">
                  <a:extLst>
                    <a:ext uri="{FF2B5EF4-FFF2-40B4-BE49-F238E27FC236}">
                      <a16:creationId xmlns:a16="http://schemas.microsoft.com/office/drawing/2014/main" id="{CF733B57-5D51-1DF9-1808-74915E478C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3" name="Line 52">
                  <a:extLst>
                    <a:ext uri="{FF2B5EF4-FFF2-40B4-BE49-F238E27FC236}">
                      <a16:creationId xmlns:a16="http://schemas.microsoft.com/office/drawing/2014/main" id="{ABD9635C-9B8A-8EC2-B362-0F59851BA6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144" name="Line 53">
                  <a:extLst>
                    <a:ext uri="{FF2B5EF4-FFF2-40B4-BE49-F238E27FC236}">
                      <a16:creationId xmlns:a16="http://schemas.microsoft.com/office/drawing/2014/main" id="{7B98EC8D-FCA6-FA4A-1F7D-1B22181FB1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145" name="Line 54">
                  <a:extLst>
                    <a:ext uri="{FF2B5EF4-FFF2-40B4-BE49-F238E27FC236}">
                      <a16:creationId xmlns:a16="http://schemas.microsoft.com/office/drawing/2014/main" id="{36022A9B-05A7-D3D0-F641-306975B560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146" name="Line 55">
                  <a:extLst>
                    <a:ext uri="{FF2B5EF4-FFF2-40B4-BE49-F238E27FC236}">
                      <a16:creationId xmlns:a16="http://schemas.microsoft.com/office/drawing/2014/main" id="{C096FD74-A412-FFD7-317A-6CD2D5D161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15" name="Line 56">
                <a:extLst>
                  <a:ext uri="{FF2B5EF4-FFF2-40B4-BE49-F238E27FC236}">
                    <a16:creationId xmlns:a16="http://schemas.microsoft.com/office/drawing/2014/main" id="{246FBF70-1D5D-F433-1F46-A3915DACEE6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4" name="Group 76">
              <a:extLst>
                <a:ext uri="{FF2B5EF4-FFF2-40B4-BE49-F238E27FC236}">
                  <a16:creationId xmlns:a16="http://schemas.microsoft.com/office/drawing/2014/main" id="{8902F74C-1ADC-21BA-BAC2-50F6B7C6657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65">
                <a:extLst>
                  <a:ext uri="{FF2B5EF4-FFF2-40B4-BE49-F238E27FC236}">
                    <a16:creationId xmlns:a16="http://schemas.microsoft.com/office/drawing/2014/main" id="{B3F4F25B-3797-96E8-2167-383BDAFFB4E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Line 63">
                <a:extLst>
                  <a:ext uri="{FF2B5EF4-FFF2-40B4-BE49-F238E27FC236}">
                    <a16:creationId xmlns:a16="http://schemas.microsoft.com/office/drawing/2014/main" id="{9DE7F073-8D16-79D0-DD23-9F9E54C1C95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Line 64">
                <a:extLst>
                  <a:ext uri="{FF2B5EF4-FFF2-40B4-BE49-F238E27FC236}">
                    <a16:creationId xmlns:a16="http://schemas.microsoft.com/office/drawing/2014/main" id="{7AC6309B-9655-D730-89B7-C1ED038A237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Arc 66">
                <a:extLst>
                  <a:ext uri="{FF2B5EF4-FFF2-40B4-BE49-F238E27FC236}">
                    <a16:creationId xmlns:a16="http://schemas.microsoft.com/office/drawing/2014/main" id="{79EF4FC1-3C94-2F0C-5196-AEE239C1129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5" name="Group 75">
              <a:extLst>
                <a:ext uri="{FF2B5EF4-FFF2-40B4-BE49-F238E27FC236}">
                  <a16:creationId xmlns:a16="http://schemas.microsoft.com/office/drawing/2014/main" id="{381B3A76-28D4-8249-0901-E962CCB4AF9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7">
                <a:extLst>
                  <a:ext uri="{FF2B5EF4-FFF2-40B4-BE49-F238E27FC236}">
                    <a16:creationId xmlns:a16="http://schemas.microsoft.com/office/drawing/2014/main" id="{1763B2D3-15AA-1D92-2B2A-968DD43EBEF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7" name="Line 68">
                <a:extLst>
                  <a:ext uri="{FF2B5EF4-FFF2-40B4-BE49-F238E27FC236}">
                    <a16:creationId xmlns:a16="http://schemas.microsoft.com/office/drawing/2014/main" id="{6ABBA64B-3F00-AF9F-860A-5F63B31404E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" name="Arc 69">
                <a:extLst>
                  <a:ext uri="{FF2B5EF4-FFF2-40B4-BE49-F238E27FC236}">
                    <a16:creationId xmlns:a16="http://schemas.microsoft.com/office/drawing/2014/main" id="{55C6DEAC-A559-CEC0-4CBF-5555ADAA28B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1320800" y="17526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320800" y="3309938"/>
            <a:ext cx="8534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147" name="Rectangle 71">
            <a:extLst>
              <a:ext uri="{FF2B5EF4-FFF2-40B4-BE49-F238E27FC236}">
                <a16:creationId xmlns:a16="http://schemas.microsoft.com/office/drawing/2014/main" id="{0567E4C2-E6BA-9A44-042B-CE3E3DD312C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72">
            <a:extLst>
              <a:ext uri="{FF2B5EF4-FFF2-40B4-BE49-F238E27FC236}">
                <a16:creationId xmlns:a16="http://schemas.microsoft.com/office/drawing/2014/main" id="{63EFB75C-0ADF-E66E-BB1A-FD9D809F41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73">
            <a:extLst>
              <a:ext uri="{FF2B5EF4-FFF2-40B4-BE49-F238E27FC236}">
                <a16:creationId xmlns:a16="http://schemas.microsoft.com/office/drawing/2014/main" id="{06A1C49E-FC8C-97E9-3607-15E041992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820AFBD-C360-4761-BC3D-EC0BF05B9C8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764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4733C8-91A6-E0CC-B775-84A2A7A15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95C12-3B45-4072-BFBE-857948C4A97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992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8AE052-F834-305E-7ACD-06CA673C6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2D862-A49B-4A18-93EE-827A5114051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461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CCF5DF-E36C-9D12-5944-4CA71112B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B72C1-F886-4B3B-BC57-8BDF3118610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498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13683A-AC7B-BC04-B69E-C01B79ABE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F18FA-378C-48AF-B845-8C86CB6516F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502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0118D9E-D7EE-F572-E5C6-9ECFF6C2E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E3C7E-E137-4849-A75B-1B9DAE7B160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9306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D3B1B29-6249-F881-E1BC-9F45587F23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E0D18-BBA0-4D32-BD08-77EFBCBC688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757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452B70-B94C-849A-29E6-CE27DF3B7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EB570-1349-406F-9622-84FC0FD2CA0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603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AFAB89-2B40-7CAA-8FF7-D1D3980D5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7E89F-BA5F-4219-9F5A-F76456029C7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180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900BBF-888E-3DBF-F8C9-AF24457F6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80C91-2179-4B76-9D71-4F2527D156B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429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667000" cy="57150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12800" y="304800"/>
            <a:ext cx="7797800" cy="57150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E028EC-5250-E8C1-27B5-630199985B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52738-7088-4689-A92F-D429A4B29D3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80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hart" preserve="1">
  <p:cSld name="Títul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Gráfico 2"/>
          <p:cNvSpPr>
            <a:spLocks noGrp="1"/>
          </p:cNvSpPr>
          <p:nvPr>
            <p:ph type="chart" idx="1"/>
          </p:nvPr>
        </p:nvSpPr>
        <p:spPr>
          <a:xfrm>
            <a:off x="1117600" y="1905000"/>
            <a:ext cx="103632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CB32CD-82C5-6FFA-6C2E-E7492070E0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85DE7-DEDE-4A16-9869-8C0096B9AB6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992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B6C41E2-14AF-B70C-F239-E1691E97A8D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1031" name="Group 3">
              <a:extLst>
                <a:ext uri="{FF2B5EF4-FFF2-40B4-BE49-F238E27FC236}">
                  <a16:creationId xmlns:a16="http://schemas.microsoft.com/office/drawing/2014/main" id="{546830D3-5670-2A1F-430A-FAD0F7F8E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8" name="Group 4">
                <a:extLst>
                  <a:ext uri="{FF2B5EF4-FFF2-40B4-BE49-F238E27FC236}">
                    <a16:creationId xmlns:a16="http://schemas.microsoft.com/office/drawing/2014/main" id="{3B79ECBE-116F-888D-232E-1B8561456A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69" name="Line 5">
                  <a:extLst>
                    <a:ext uri="{FF2B5EF4-FFF2-40B4-BE49-F238E27FC236}">
                      <a16:creationId xmlns:a16="http://schemas.microsoft.com/office/drawing/2014/main" id="{0B6F4583-073F-FBED-2206-DE2A8A1602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0" name="Line 6">
                  <a:extLst>
                    <a:ext uri="{FF2B5EF4-FFF2-40B4-BE49-F238E27FC236}">
                      <a16:creationId xmlns:a16="http://schemas.microsoft.com/office/drawing/2014/main" id="{E7CC4538-92FE-1EE0-C2F1-2725AE49EB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1" name="Line 7">
                  <a:extLst>
                    <a:ext uri="{FF2B5EF4-FFF2-40B4-BE49-F238E27FC236}">
                      <a16:creationId xmlns:a16="http://schemas.microsoft.com/office/drawing/2014/main" id="{772B4E8F-A6F5-2D07-2430-BFC56CC235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2" name="Line 8">
                  <a:extLst>
                    <a:ext uri="{FF2B5EF4-FFF2-40B4-BE49-F238E27FC236}">
                      <a16:creationId xmlns:a16="http://schemas.microsoft.com/office/drawing/2014/main" id="{298BF629-EEEC-7E5E-2129-D963AFB5D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3" name="Line 9">
                  <a:extLst>
                    <a:ext uri="{FF2B5EF4-FFF2-40B4-BE49-F238E27FC236}">
                      <a16:creationId xmlns:a16="http://schemas.microsoft.com/office/drawing/2014/main" id="{A802080A-3200-8372-603D-5CF6C6BDB0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4" name="Line 10">
                  <a:extLst>
                    <a:ext uri="{FF2B5EF4-FFF2-40B4-BE49-F238E27FC236}">
                      <a16:creationId xmlns:a16="http://schemas.microsoft.com/office/drawing/2014/main" id="{827314D6-28C9-9FD8-4667-BEE2902C55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5" name="Line 11">
                  <a:extLst>
                    <a:ext uri="{FF2B5EF4-FFF2-40B4-BE49-F238E27FC236}">
                      <a16:creationId xmlns:a16="http://schemas.microsoft.com/office/drawing/2014/main" id="{41B3B79E-B70D-5532-CAC1-0BFCF497F1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6" name="Line 12">
                  <a:extLst>
                    <a:ext uri="{FF2B5EF4-FFF2-40B4-BE49-F238E27FC236}">
                      <a16:creationId xmlns:a16="http://schemas.microsoft.com/office/drawing/2014/main" id="{2B24C3B5-DE2A-3B2A-F2DC-47A56591B2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7" name="Line 13">
                  <a:extLst>
                    <a:ext uri="{FF2B5EF4-FFF2-40B4-BE49-F238E27FC236}">
                      <a16:creationId xmlns:a16="http://schemas.microsoft.com/office/drawing/2014/main" id="{FBD6E778-4F78-CC81-FE80-89D0961091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8" name="Line 14">
                  <a:extLst>
                    <a:ext uri="{FF2B5EF4-FFF2-40B4-BE49-F238E27FC236}">
                      <a16:creationId xmlns:a16="http://schemas.microsoft.com/office/drawing/2014/main" id="{599CCCCE-6FDE-549C-D707-E1E9EDB5A6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9" name="Line 15">
                  <a:extLst>
                    <a:ext uri="{FF2B5EF4-FFF2-40B4-BE49-F238E27FC236}">
                      <a16:creationId xmlns:a16="http://schemas.microsoft.com/office/drawing/2014/main" id="{432526A5-A760-3641-8827-7C485DA59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0" name="Line 16">
                  <a:extLst>
                    <a:ext uri="{FF2B5EF4-FFF2-40B4-BE49-F238E27FC236}">
                      <a16:creationId xmlns:a16="http://schemas.microsoft.com/office/drawing/2014/main" id="{3658D2C9-981B-5729-3EBD-A6C555A6BA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1" name="Line 17">
                  <a:extLst>
                    <a:ext uri="{FF2B5EF4-FFF2-40B4-BE49-F238E27FC236}">
                      <a16:creationId xmlns:a16="http://schemas.microsoft.com/office/drawing/2014/main" id="{26EB6A77-6913-7AB5-8D3E-EEB795E4BC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2" name="Line 18">
                  <a:extLst>
                    <a:ext uri="{FF2B5EF4-FFF2-40B4-BE49-F238E27FC236}">
                      <a16:creationId xmlns:a16="http://schemas.microsoft.com/office/drawing/2014/main" id="{074F9A67-EB6E-9BF4-2DA9-ADCEB89DA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3" name="Line 19">
                  <a:extLst>
                    <a:ext uri="{FF2B5EF4-FFF2-40B4-BE49-F238E27FC236}">
                      <a16:creationId xmlns:a16="http://schemas.microsoft.com/office/drawing/2014/main" id="{1C44186B-486D-8D12-7565-8D614027F2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4" name="Line 20">
                  <a:extLst>
                    <a:ext uri="{FF2B5EF4-FFF2-40B4-BE49-F238E27FC236}">
                      <a16:creationId xmlns:a16="http://schemas.microsoft.com/office/drawing/2014/main" id="{A757B304-9F98-D9AA-7B17-3EA8791AA4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5" name="Line 21">
                  <a:extLst>
                    <a:ext uri="{FF2B5EF4-FFF2-40B4-BE49-F238E27FC236}">
                      <a16:creationId xmlns:a16="http://schemas.microsoft.com/office/drawing/2014/main" id="{D513601F-2441-6B97-C861-5B13861E57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6" name="Line 22">
                  <a:extLst>
                    <a:ext uri="{FF2B5EF4-FFF2-40B4-BE49-F238E27FC236}">
                      <a16:creationId xmlns:a16="http://schemas.microsoft.com/office/drawing/2014/main" id="{C52E3F8E-8528-E459-ADBD-DA58B14D5D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7" name="Line 23">
                  <a:extLst>
                    <a:ext uri="{FF2B5EF4-FFF2-40B4-BE49-F238E27FC236}">
                      <a16:creationId xmlns:a16="http://schemas.microsoft.com/office/drawing/2014/main" id="{FA18C3AF-37D0-0DA2-BD4B-0D38CDF730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8" name="Line 24">
                  <a:extLst>
                    <a:ext uri="{FF2B5EF4-FFF2-40B4-BE49-F238E27FC236}">
                      <a16:creationId xmlns:a16="http://schemas.microsoft.com/office/drawing/2014/main" id="{AD5381BE-7DD5-D26B-6502-6F08FDD9ED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9" name="Line 25">
                  <a:extLst>
                    <a:ext uri="{FF2B5EF4-FFF2-40B4-BE49-F238E27FC236}">
                      <a16:creationId xmlns:a16="http://schemas.microsoft.com/office/drawing/2014/main" id="{B1D07B25-80D0-A152-F4AE-C230B442DB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90" name="Line 26">
                  <a:extLst>
                    <a:ext uri="{FF2B5EF4-FFF2-40B4-BE49-F238E27FC236}">
                      <a16:creationId xmlns:a16="http://schemas.microsoft.com/office/drawing/2014/main" id="{E9D28974-0327-EAA4-3652-D04DB804F7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039" name="Group 27">
                <a:extLst>
                  <a:ext uri="{FF2B5EF4-FFF2-40B4-BE49-F238E27FC236}">
                    <a16:creationId xmlns:a16="http://schemas.microsoft.com/office/drawing/2014/main" id="{A978C2A6-F332-7BA2-ECB9-0D07BBFFDA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0" name="Line 28">
                  <a:extLst>
                    <a:ext uri="{FF2B5EF4-FFF2-40B4-BE49-F238E27FC236}">
                      <a16:creationId xmlns:a16="http://schemas.microsoft.com/office/drawing/2014/main" id="{A7B76384-CE45-00F4-9904-684006FE00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1" name="Line 29">
                  <a:extLst>
                    <a:ext uri="{FF2B5EF4-FFF2-40B4-BE49-F238E27FC236}">
                      <a16:creationId xmlns:a16="http://schemas.microsoft.com/office/drawing/2014/main" id="{E064D3DB-DA4D-26D2-ACCB-0C52B487DC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2" name="Line 30">
                  <a:extLst>
                    <a:ext uri="{FF2B5EF4-FFF2-40B4-BE49-F238E27FC236}">
                      <a16:creationId xmlns:a16="http://schemas.microsoft.com/office/drawing/2014/main" id="{5322843C-0F6D-0B54-B7E6-FB413D914F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3" name="Line 31">
                  <a:extLst>
                    <a:ext uri="{FF2B5EF4-FFF2-40B4-BE49-F238E27FC236}">
                      <a16:creationId xmlns:a16="http://schemas.microsoft.com/office/drawing/2014/main" id="{55D63915-81E1-6B3A-37DD-E147A7C1B5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4" name="Line 32">
                  <a:extLst>
                    <a:ext uri="{FF2B5EF4-FFF2-40B4-BE49-F238E27FC236}">
                      <a16:creationId xmlns:a16="http://schemas.microsoft.com/office/drawing/2014/main" id="{163276E4-DEA4-9F8F-70BE-B07C6E3867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5" name="Line 33">
                  <a:extLst>
                    <a:ext uri="{FF2B5EF4-FFF2-40B4-BE49-F238E27FC236}">
                      <a16:creationId xmlns:a16="http://schemas.microsoft.com/office/drawing/2014/main" id="{694FF511-146F-EACA-B4BD-EC4EB6DACD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6" name="Line 34">
                  <a:extLst>
                    <a:ext uri="{FF2B5EF4-FFF2-40B4-BE49-F238E27FC236}">
                      <a16:creationId xmlns:a16="http://schemas.microsoft.com/office/drawing/2014/main" id="{64CB51D7-7939-5D32-29FF-8EE7C5B0AB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7" name="Line 35">
                  <a:extLst>
                    <a:ext uri="{FF2B5EF4-FFF2-40B4-BE49-F238E27FC236}">
                      <a16:creationId xmlns:a16="http://schemas.microsoft.com/office/drawing/2014/main" id="{72D290DF-3B47-FE68-1B43-8173980C63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8" name="Line 36">
                  <a:extLst>
                    <a:ext uri="{FF2B5EF4-FFF2-40B4-BE49-F238E27FC236}">
                      <a16:creationId xmlns:a16="http://schemas.microsoft.com/office/drawing/2014/main" id="{52726BBF-4675-057C-B4B7-D7066563D8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9" name="Line 37">
                  <a:extLst>
                    <a:ext uri="{FF2B5EF4-FFF2-40B4-BE49-F238E27FC236}">
                      <a16:creationId xmlns:a16="http://schemas.microsoft.com/office/drawing/2014/main" id="{23B24B27-AFF3-544C-E387-1B79C5FC8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0" name="Line 38">
                  <a:extLst>
                    <a:ext uri="{FF2B5EF4-FFF2-40B4-BE49-F238E27FC236}">
                      <a16:creationId xmlns:a16="http://schemas.microsoft.com/office/drawing/2014/main" id="{F7E5A361-6AA0-AE4F-D010-BF45E35C11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1" name="Line 39">
                  <a:extLst>
                    <a:ext uri="{FF2B5EF4-FFF2-40B4-BE49-F238E27FC236}">
                      <a16:creationId xmlns:a16="http://schemas.microsoft.com/office/drawing/2014/main" id="{C29503A1-9127-BABA-B0A1-DF1902830E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2" name="Line 40">
                  <a:extLst>
                    <a:ext uri="{FF2B5EF4-FFF2-40B4-BE49-F238E27FC236}">
                      <a16:creationId xmlns:a16="http://schemas.microsoft.com/office/drawing/2014/main" id="{DAAC8F4C-1095-24D3-E76C-A6F030D661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3" name="Line 41">
                  <a:extLst>
                    <a:ext uri="{FF2B5EF4-FFF2-40B4-BE49-F238E27FC236}">
                      <a16:creationId xmlns:a16="http://schemas.microsoft.com/office/drawing/2014/main" id="{51E15E97-2C78-11B6-13C9-41886935F1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4" name="Line 42">
                  <a:extLst>
                    <a:ext uri="{FF2B5EF4-FFF2-40B4-BE49-F238E27FC236}">
                      <a16:creationId xmlns:a16="http://schemas.microsoft.com/office/drawing/2014/main" id="{3775F1B6-A94C-C9F3-369C-E872AAC296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5" name="Line 43">
                  <a:extLst>
                    <a:ext uri="{FF2B5EF4-FFF2-40B4-BE49-F238E27FC236}">
                      <a16:creationId xmlns:a16="http://schemas.microsoft.com/office/drawing/2014/main" id="{3765D61D-02E7-4548-E573-912C823FCB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6" name="Line 44">
                  <a:extLst>
                    <a:ext uri="{FF2B5EF4-FFF2-40B4-BE49-F238E27FC236}">
                      <a16:creationId xmlns:a16="http://schemas.microsoft.com/office/drawing/2014/main" id="{A9370CCB-A5C8-6426-B185-5A2A05BAE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7" name="Line 45">
                  <a:extLst>
                    <a:ext uri="{FF2B5EF4-FFF2-40B4-BE49-F238E27FC236}">
                      <a16:creationId xmlns:a16="http://schemas.microsoft.com/office/drawing/2014/main" id="{E8E21C19-AFA1-CAB8-2DB2-6E126AC598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8" name="Line 46">
                  <a:extLst>
                    <a:ext uri="{FF2B5EF4-FFF2-40B4-BE49-F238E27FC236}">
                      <a16:creationId xmlns:a16="http://schemas.microsoft.com/office/drawing/2014/main" id="{26F8BE93-00B0-8A5E-8488-843002AFE6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9" name="Line 47">
                  <a:extLst>
                    <a:ext uri="{FF2B5EF4-FFF2-40B4-BE49-F238E27FC236}">
                      <a16:creationId xmlns:a16="http://schemas.microsoft.com/office/drawing/2014/main" id="{ACE6693C-3012-53BA-A58C-00512FE789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0" name="Line 48">
                  <a:extLst>
                    <a:ext uri="{FF2B5EF4-FFF2-40B4-BE49-F238E27FC236}">
                      <a16:creationId xmlns:a16="http://schemas.microsoft.com/office/drawing/2014/main" id="{5D34E0B9-1B75-3BD2-BA16-ABF0867C52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1" name="Line 49">
                  <a:extLst>
                    <a:ext uri="{FF2B5EF4-FFF2-40B4-BE49-F238E27FC236}">
                      <a16:creationId xmlns:a16="http://schemas.microsoft.com/office/drawing/2014/main" id="{E0CA0EC1-BDBA-A1F8-1D1F-8EEF89D6A3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2" name="Line 50">
                  <a:extLst>
                    <a:ext uri="{FF2B5EF4-FFF2-40B4-BE49-F238E27FC236}">
                      <a16:creationId xmlns:a16="http://schemas.microsoft.com/office/drawing/2014/main" id="{89F97105-3C22-0871-6D88-A4E9696444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3" name="Line 51">
                  <a:extLst>
                    <a:ext uri="{FF2B5EF4-FFF2-40B4-BE49-F238E27FC236}">
                      <a16:creationId xmlns:a16="http://schemas.microsoft.com/office/drawing/2014/main" id="{C79EE842-5218-39F1-F08F-7F5E34C7F2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4" name="Line 52">
                  <a:extLst>
                    <a:ext uri="{FF2B5EF4-FFF2-40B4-BE49-F238E27FC236}">
                      <a16:creationId xmlns:a16="http://schemas.microsoft.com/office/drawing/2014/main" id="{0A3BF31C-1693-1813-737A-E2A3474C9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5" name="Line 53">
                  <a:extLst>
                    <a:ext uri="{FF2B5EF4-FFF2-40B4-BE49-F238E27FC236}">
                      <a16:creationId xmlns:a16="http://schemas.microsoft.com/office/drawing/2014/main" id="{C1232A1B-8C3B-C723-491A-282ADA0B6D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6" name="Line 54">
                  <a:extLst>
                    <a:ext uri="{FF2B5EF4-FFF2-40B4-BE49-F238E27FC236}">
                      <a16:creationId xmlns:a16="http://schemas.microsoft.com/office/drawing/2014/main" id="{D42BDAC8-7FC7-2470-BE31-5B9700F455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7" name="Line 55">
                  <a:extLst>
                    <a:ext uri="{FF2B5EF4-FFF2-40B4-BE49-F238E27FC236}">
                      <a16:creationId xmlns:a16="http://schemas.microsoft.com/office/drawing/2014/main" id="{AFFC027E-28B9-DFFC-B6AE-348B404CE0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8" name="Line 56">
                  <a:extLst>
                    <a:ext uri="{FF2B5EF4-FFF2-40B4-BE49-F238E27FC236}">
                      <a16:creationId xmlns:a16="http://schemas.microsoft.com/office/drawing/2014/main" id="{A649944A-B8E8-619D-FF0E-8CB3A22A1F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1032" name="Rectangle 57" descr="60%">
              <a:extLst>
                <a:ext uri="{FF2B5EF4-FFF2-40B4-BE49-F238E27FC236}">
                  <a16:creationId xmlns:a16="http://schemas.microsoft.com/office/drawing/2014/main" id="{DF0617E2-6A4C-9352-0016-2C2983F4ED0D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1033" name="Line 58">
              <a:extLst>
                <a:ext uri="{FF2B5EF4-FFF2-40B4-BE49-F238E27FC236}">
                  <a16:creationId xmlns:a16="http://schemas.microsoft.com/office/drawing/2014/main" id="{07E4D62E-CE84-5EDF-8FD0-CF05FABCC3CB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034" name="Group 59">
              <a:extLst>
                <a:ext uri="{FF2B5EF4-FFF2-40B4-BE49-F238E27FC236}">
                  <a16:creationId xmlns:a16="http://schemas.microsoft.com/office/drawing/2014/main" id="{8BC01020-588B-AC00-BEE8-9670981125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5" name="Line 60">
                <a:extLst>
                  <a:ext uri="{FF2B5EF4-FFF2-40B4-BE49-F238E27FC236}">
                    <a16:creationId xmlns:a16="http://schemas.microsoft.com/office/drawing/2014/main" id="{C67BC2A0-0B47-65A7-37E8-3A11FA14BE6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Line 61">
                <a:extLst>
                  <a:ext uri="{FF2B5EF4-FFF2-40B4-BE49-F238E27FC236}">
                    <a16:creationId xmlns:a16="http://schemas.microsoft.com/office/drawing/2014/main" id="{3EE8D508-AF6C-A1A2-D1D0-B66702B144C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Arc 62">
                <a:extLst>
                  <a:ext uri="{FF2B5EF4-FFF2-40B4-BE49-F238E27FC236}">
                    <a16:creationId xmlns:a16="http://schemas.microsoft.com/office/drawing/2014/main" id="{D16E5666-B45A-7878-E085-7E46E72B628C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3C645F18-9065-DCE7-86E2-5A10E8AFD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3048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DF1916B-CBD1-1F04-D963-C7DAF3A77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9050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94" name="Rectangle 70">
            <a:extLst>
              <a:ext uri="{FF2B5EF4-FFF2-40B4-BE49-F238E27FC236}">
                <a16:creationId xmlns:a16="http://schemas.microsoft.com/office/drawing/2014/main" id="{416F78F3-8EC4-F47F-6FC6-8BB0E491F8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fld id="{2C48BAC9-5E35-4114-9ED0-FED852AF642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  <p:sp>
        <p:nvSpPr>
          <p:cNvPr id="1030" name="Rectangle 71">
            <a:extLst>
              <a:ext uri="{FF2B5EF4-FFF2-40B4-BE49-F238E27FC236}">
                <a16:creationId xmlns:a16="http://schemas.microsoft.com/office/drawing/2014/main" id="{BC1ED301-2668-7A43-3FA8-64E2674326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550400" y="6019800"/>
            <a:ext cx="2336800" cy="641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PT" altLang="pt-BR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PT" altLang="pt-BR" sz="5400" baseline="-30000">
                <a:solidFill>
                  <a:srgbClr val="C0C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pt-PT" altLang="pt-BR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pt-PT" altLang="pt-B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altLang="pt-BR" sz="1200">
                <a:latin typeface="Arial" panose="020B0604020202020204" pitchFamily="34" charset="0"/>
                <a:cs typeface="Arial" panose="020B0604020202020204" pitchFamily="34" charset="0"/>
              </a:rPr>
              <a:t>Projetos</a:t>
            </a:r>
            <a:r>
              <a:rPr lang="en-US" altLang="pt-BR" sz="1200"/>
              <a:t> </a:t>
            </a:r>
            <a:endParaRPr lang="en-US" altLang="pt-BR" sz="12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apidapi.com/apidojo/api/imdb8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son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www.js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3">
            <a:extLst>
              <a:ext uri="{FF2B5EF4-FFF2-40B4-BE49-F238E27FC236}">
                <a16:creationId xmlns:a16="http://schemas.microsoft.com/office/drawing/2014/main" id="{7C91C495-8B11-A097-84C5-0BFB1A0F3A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645DC6-472C-40A6-9E60-02B707CB9264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pt-BR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933E67D-502A-F625-A6C7-BE8C4AA652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44688" y="152400"/>
            <a:ext cx="8229600" cy="1295400"/>
          </a:xfrm>
          <a:noFill/>
        </p:spPr>
        <p:txBody>
          <a:bodyPr anchor="ctr"/>
          <a:lstStyle/>
          <a:p>
            <a:pPr algn="ctr"/>
            <a:r>
              <a:rPr lang="pt-BR" altLang="pt-BR" dirty="0"/>
              <a:t>Construindo uma API</a:t>
            </a:r>
          </a:p>
        </p:txBody>
      </p:sp>
      <p:sp>
        <p:nvSpPr>
          <p:cNvPr id="1638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C5F798D-8C35-03C3-D1AA-65CEDDA9C3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81200" y="2057400"/>
            <a:ext cx="8458200" cy="1828800"/>
          </a:xfrm>
        </p:spPr>
        <p:txBody>
          <a:bodyPr/>
          <a:lstStyle/>
          <a:p>
            <a:pPr eaLnBrk="1" hangingPunct="1"/>
            <a:r>
              <a:rPr lang="pt-BR" altLang="pt-BR" sz="2400"/>
              <a:t>Ciências de Dados e Inteligência Artificial</a:t>
            </a:r>
          </a:p>
          <a:p>
            <a:pPr eaLnBrk="1" hangingPunct="1"/>
            <a:r>
              <a:rPr lang="pt-BR" altLang="pt-BR" sz="2400"/>
              <a:t>PUC – SP</a:t>
            </a:r>
          </a:p>
          <a:p>
            <a:pPr eaLnBrk="1" hangingPunct="1"/>
            <a:endParaRPr lang="pt-BR" altLang="pt-BR" sz="2400"/>
          </a:p>
          <a:p>
            <a:pPr eaLnBrk="1" hangingPunct="1"/>
            <a:r>
              <a:rPr lang="pt-BR" altLang="pt-BR" sz="2400"/>
              <a:t>Prof. Eduardo Savino Gomes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Número de Slide 3">
            <a:extLst>
              <a:ext uri="{FF2B5EF4-FFF2-40B4-BE49-F238E27FC236}">
                <a16:creationId xmlns:a16="http://schemas.microsoft.com/office/drawing/2014/main" id="{8575460C-C847-C22C-ECB9-05360A70C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67C72B-86D5-4C21-8222-DE1E45FF6715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pt-BR" sz="1400"/>
          </a:p>
        </p:txBody>
      </p:sp>
      <p:sp>
        <p:nvSpPr>
          <p:cNvPr id="18435" name="CaixaDeTexto 2">
            <a:extLst>
              <a:ext uri="{FF2B5EF4-FFF2-40B4-BE49-F238E27FC236}">
                <a16:creationId xmlns:a16="http://schemas.microsoft.com/office/drawing/2014/main" id="{359A236C-889E-8CA0-B31F-848D37A4B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163" y="838200"/>
            <a:ext cx="9240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/>
              <a:t>AGENDA</a:t>
            </a:r>
          </a:p>
        </p:txBody>
      </p:sp>
      <p:sp>
        <p:nvSpPr>
          <p:cNvPr id="18436" name="CaixaDeTexto 3">
            <a:extLst>
              <a:ext uri="{FF2B5EF4-FFF2-40B4-BE49-F238E27FC236}">
                <a16:creationId xmlns:a16="http://schemas.microsoft.com/office/drawing/2014/main" id="{C14C12DC-3765-34F1-8BD5-B837D675F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1865313"/>
            <a:ext cx="590232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altLang="pt-BR"/>
              <a:t>API – Application Program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/>
              <a:t>JSON - JavaScript Object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/>
              <a:t>Acessando URL em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/>
              <a:t>Acessando o site https://rapidapi.com/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/>
              <a:t>Consumindo API em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Número de Slide 3">
            <a:extLst>
              <a:ext uri="{FF2B5EF4-FFF2-40B4-BE49-F238E27FC236}">
                <a16:creationId xmlns:a16="http://schemas.microsoft.com/office/drawing/2014/main" id="{3B622455-FB38-75C6-3889-F6D97DF02B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C8E78BB-B66C-4D92-8D15-418A9A8E6414}" type="slidenum">
              <a:rPr lang="en-US" altLang="pt-BR" sz="1400" smtClean="0"/>
              <a:pPr/>
              <a:t>3</a:t>
            </a:fld>
            <a:endParaRPr lang="en-US" altLang="pt-BR" sz="1400"/>
          </a:p>
        </p:txBody>
      </p:sp>
      <p:sp>
        <p:nvSpPr>
          <p:cNvPr id="20483" name="CaixaDeTexto 4">
            <a:extLst>
              <a:ext uri="{FF2B5EF4-FFF2-40B4-BE49-F238E27FC236}">
                <a16:creationId xmlns:a16="http://schemas.microsoft.com/office/drawing/2014/main" id="{A410AABA-975D-3278-E959-60AAA13F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344488"/>
            <a:ext cx="91709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3200"/>
              <a:t>API – Application Program Interface</a:t>
            </a:r>
          </a:p>
        </p:txBody>
      </p:sp>
      <p:sp>
        <p:nvSpPr>
          <p:cNvPr id="20484" name="CaixaDeTexto 5">
            <a:extLst>
              <a:ext uri="{FF2B5EF4-FFF2-40B4-BE49-F238E27FC236}">
                <a16:creationId xmlns:a16="http://schemas.microsoft.com/office/drawing/2014/main" id="{F98238A2-89EF-5CED-8927-AC17662E0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033588"/>
            <a:ext cx="1150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/>
            <a:r>
              <a:rPr lang="pt-BR" altLang="pt-BR"/>
              <a:t>API - Application Program Interface (Interface de Programação de Aplicativos) é um conjunto de definições e protocolos para construir e integrar software de aplicativos.</a:t>
            </a:r>
          </a:p>
        </p:txBody>
      </p:sp>
      <p:sp>
        <p:nvSpPr>
          <p:cNvPr id="20485" name="CaixaDeTexto 6">
            <a:extLst>
              <a:ext uri="{FF2B5EF4-FFF2-40B4-BE49-F238E27FC236}">
                <a16:creationId xmlns:a16="http://schemas.microsoft.com/office/drawing/2014/main" id="{5302EBBA-A4B2-A303-679D-5BD5C02E7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132263"/>
            <a:ext cx="11430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/>
            <a:r>
              <a:rPr lang="pt-BR" altLang="pt-BR"/>
              <a:t>As APIs permitem que seu produto ou serviço se comunique com outros produtos e serviços sem precisar saber como eles são implementados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Número de Slide 3">
            <a:extLst>
              <a:ext uri="{FF2B5EF4-FFF2-40B4-BE49-F238E27FC236}">
                <a16:creationId xmlns:a16="http://schemas.microsoft.com/office/drawing/2014/main" id="{F8112A2F-C467-ACD3-0727-0E31EE7C0D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815C31A-0F78-4CAD-9DA2-18F641D239BC}" type="slidenum">
              <a:rPr lang="en-US" altLang="pt-BR" sz="1400" smtClean="0"/>
              <a:pPr/>
              <a:t>4</a:t>
            </a:fld>
            <a:endParaRPr lang="en-US" altLang="pt-BR" sz="1400"/>
          </a:p>
        </p:txBody>
      </p:sp>
      <p:sp>
        <p:nvSpPr>
          <p:cNvPr id="21507" name="Retângulo 4">
            <a:extLst>
              <a:ext uri="{FF2B5EF4-FFF2-40B4-BE49-F238E27FC236}">
                <a16:creationId xmlns:a16="http://schemas.microsoft.com/office/drawing/2014/main" id="{04795C1F-72C9-17C9-B8B7-B7B041B65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28813"/>
            <a:ext cx="11887200" cy="464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altLang="pt-BR" sz="2000">
                <a:latin typeface="Century Gothic" panose="020B0502020202020204" pitchFamily="34" charset="0"/>
              </a:rPr>
              <a:t>Arquitetura Orientada a Serviços (SOA)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altLang="pt-BR">
                <a:latin typeface="Century Gothic" panose="020B0502020202020204" pitchFamily="34" charset="0"/>
              </a:rPr>
              <a:t>Tipo de sistema distribuído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altLang="pt-BR">
                <a:latin typeface="Century Gothic" panose="020B0502020202020204" pitchFamily="34" charset="0"/>
              </a:rPr>
              <a:t>Os serviços devem cooperar para implementar uma única funcionalidade.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altLang="pt-BR">
                <a:latin typeface="Century Gothic" panose="020B0502020202020204" pitchFamily="34" charset="0"/>
              </a:rPr>
              <a:t>Habilita a chamada de objetos e serviços remotos (funções)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altLang="pt-BR">
                <a:latin typeface="Century Gothic" panose="020B0502020202020204" pitchFamily="34" charset="0"/>
              </a:rPr>
              <a:t>Fornece ferramentas para descoberta dinâmica de serviços, enfatizando a interoperabilidade.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altLang="pt-BR">
                <a:latin typeface="Century Gothic" panose="020B0502020202020204" pitchFamily="34" charset="0"/>
              </a:rPr>
              <a:t>Os componentes publicam suas funcionalidades em um registro centralizado e exportam uma API no nível da rede para que outros serviços possam acessá-los programaticamente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>
                <a:latin typeface="Century Gothic" panose="020B0502020202020204" pitchFamily="34" charset="0"/>
              </a:rPr>
              <a:t>Separar a lógica de negócios da lógica de apresentação.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>
                <a:latin typeface="Century Gothic" panose="020B0502020202020204" pitchFamily="34" charset="0"/>
              </a:rPr>
              <a:t>Projete um aplicativo como um conjunto de serviços.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>
                <a:latin typeface="Century Gothic" panose="020B0502020202020204" pitchFamily="34" charset="0"/>
              </a:rPr>
              <a:t>Os aplicativos de próxima geração resolvem dinamicamente as necessidades de serviço.</a:t>
            </a:r>
          </a:p>
        </p:txBody>
      </p:sp>
      <p:sp>
        <p:nvSpPr>
          <p:cNvPr id="21508" name="Retângulo 5">
            <a:extLst>
              <a:ext uri="{FF2B5EF4-FFF2-40B4-BE49-F238E27FC236}">
                <a16:creationId xmlns:a16="http://schemas.microsoft.com/office/drawing/2014/main" id="{693573BD-E54E-6717-E0B3-1AFA2AEDB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7620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pt-BR" sz="3600">
                <a:latin typeface="Century Gothic" panose="020B0502020202020204" pitchFamily="34" charset="0"/>
              </a:rPr>
              <a:t>Service Oriented Architecture (SOA)</a:t>
            </a:r>
            <a:endParaRPr lang="pt-BR" altLang="pt-BR" sz="3600">
              <a:latin typeface="Century Gothic" panose="020B0502020202020204" pitchFamily="34" charset="0"/>
            </a:endParaRPr>
          </a:p>
        </p:txBody>
      </p:sp>
      <p:sp>
        <p:nvSpPr>
          <p:cNvPr id="21509" name="CaixaDeTexto 6">
            <a:extLst>
              <a:ext uri="{FF2B5EF4-FFF2-40B4-BE49-F238E27FC236}">
                <a16:creationId xmlns:a16="http://schemas.microsoft.com/office/drawing/2014/main" id="{5BB9E4C4-2F1A-EC6A-89B4-4062B94A8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9688"/>
            <a:ext cx="9296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3200"/>
              <a:t>API – Application Program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Número de Slide 3">
            <a:extLst>
              <a:ext uri="{FF2B5EF4-FFF2-40B4-BE49-F238E27FC236}">
                <a16:creationId xmlns:a16="http://schemas.microsoft.com/office/drawing/2014/main" id="{119FCDC0-B289-4E44-B32D-9492327C0D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49DD521-B425-4947-B429-BD542D10E79B}" type="slidenum">
              <a:rPr lang="en-US" altLang="pt-BR" sz="1400" smtClean="0"/>
              <a:pPr/>
              <a:t>5</a:t>
            </a:fld>
            <a:endParaRPr lang="en-US" altLang="pt-BR" sz="1400"/>
          </a:p>
        </p:txBody>
      </p:sp>
      <p:sp>
        <p:nvSpPr>
          <p:cNvPr id="22531" name="Retângulo 4">
            <a:extLst>
              <a:ext uri="{FF2B5EF4-FFF2-40B4-BE49-F238E27FC236}">
                <a16:creationId xmlns:a16="http://schemas.microsoft.com/office/drawing/2014/main" id="{7B3F3935-137E-73AB-D88D-4FA993309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914400"/>
            <a:ext cx="92567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pt-BR">
                <a:latin typeface="Century Gothic" panose="020B0502020202020204" pitchFamily="34" charset="0"/>
              </a:rPr>
              <a:t>Arquitetura REST </a:t>
            </a:r>
            <a:br>
              <a:rPr lang="en-US" altLang="pt-BR">
                <a:latin typeface="Century Gothic" panose="020B0502020202020204" pitchFamily="34" charset="0"/>
              </a:rPr>
            </a:br>
            <a:r>
              <a:rPr lang="en-US" altLang="pt-BR">
                <a:latin typeface="Century Gothic" panose="020B0502020202020204" pitchFamily="34" charset="0"/>
              </a:rPr>
              <a:t>(</a:t>
            </a:r>
            <a:r>
              <a:rPr lang="en-US" altLang="pt-BR" b="1">
                <a:latin typeface="Century Gothic" panose="020B0502020202020204" pitchFamily="34" charset="0"/>
              </a:rPr>
              <a:t>RE</a:t>
            </a:r>
            <a:r>
              <a:rPr lang="en-US" altLang="pt-BR">
                <a:latin typeface="Century Gothic" panose="020B0502020202020204" pitchFamily="34" charset="0"/>
              </a:rPr>
              <a:t>presentational </a:t>
            </a:r>
            <a:r>
              <a:rPr lang="en-US" altLang="pt-BR" b="1">
                <a:latin typeface="Century Gothic" panose="020B0502020202020204" pitchFamily="34" charset="0"/>
              </a:rPr>
              <a:t>S</a:t>
            </a:r>
            <a:r>
              <a:rPr lang="en-US" altLang="pt-BR">
                <a:latin typeface="Century Gothic" panose="020B0502020202020204" pitchFamily="34" charset="0"/>
              </a:rPr>
              <a:t>tate </a:t>
            </a:r>
            <a:r>
              <a:rPr lang="en-US" altLang="pt-BR" b="1">
                <a:latin typeface="Century Gothic" panose="020B0502020202020204" pitchFamily="34" charset="0"/>
              </a:rPr>
              <a:t>T</a:t>
            </a:r>
            <a:r>
              <a:rPr lang="en-US" altLang="pt-BR">
                <a:latin typeface="Century Gothic" panose="020B0502020202020204" pitchFamily="34" charset="0"/>
              </a:rPr>
              <a:t>ransfer)</a:t>
            </a:r>
            <a:br>
              <a:rPr lang="en-US" altLang="pt-BR">
                <a:latin typeface="Century Gothic" panose="020B0502020202020204" pitchFamily="34" charset="0"/>
              </a:rPr>
            </a:br>
            <a:r>
              <a:rPr lang="en-US" altLang="pt-BR">
                <a:latin typeface="Century Gothic" panose="020B0502020202020204" pitchFamily="34" charset="0"/>
              </a:rPr>
              <a:t>T</a:t>
            </a:r>
            <a:r>
              <a:rPr lang="pt-BR" altLang="pt-BR">
                <a:latin typeface="Century Gothic" panose="020B0502020202020204" pitchFamily="34" charset="0"/>
              </a:rPr>
              <a:t>ransferência de Estado Representacional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2C3CAEC-4C68-AB1A-4A1B-1DED56AA0C33}"/>
              </a:ext>
            </a:extLst>
          </p:cNvPr>
          <p:cNvSpPr/>
          <p:nvPr/>
        </p:nvSpPr>
        <p:spPr>
          <a:xfrm>
            <a:off x="228600" y="2111375"/>
            <a:ext cx="11963400" cy="4894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Definido no ano 2000, na tese de doutorado de Roy Fielding e é a sigla para </a:t>
            </a:r>
            <a:r>
              <a:rPr lang="pt-BR" i="1" dirty="0" err="1">
                <a:solidFill>
                  <a:srgbClr val="0E1835"/>
                </a:solidFill>
                <a:latin typeface="Century Gothic" panose="020B0502020202020204" pitchFamily="34" charset="0"/>
              </a:rPr>
              <a:t>Representational</a:t>
            </a:r>
            <a:r>
              <a:rPr lang="pt-BR" i="1" dirty="0">
                <a:solidFill>
                  <a:srgbClr val="0E1835"/>
                </a:solidFill>
                <a:latin typeface="Century Gothic" panose="020B0502020202020204" pitchFamily="34" charset="0"/>
              </a:rPr>
              <a:t> </a:t>
            </a:r>
            <a:r>
              <a:rPr lang="pt-BR" i="1" dirty="0" err="1">
                <a:solidFill>
                  <a:srgbClr val="0E1835"/>
                </a:solidFill>
                <a:latin typeface="Century Gothic" panose="020B0502020202020204" pitchFamily="34" charset="0"/>
              </a:rPr>
              <a:t>State</a:t>
            </a:r>
            <a:r>
              <a:rPr lang="pt-BR" i="1" dirty="0">
                <a:solidFill>
                  <a:srgbClr val="0E1835"/>
                </a:solidFill>
                <a:latin typeface="Century Gothic" panose="020B0502020202020204" pitchFamily="34" charset="0"/>
              </a:rPr>
              <a:t> </a:t>
            </a:r>
            <a:r>
              <a:rPr lang="pt-BR" i="1" dirty="0" err="1">
                <a:solidFill>
                  <a:srgbClr val="0E1835"/>
                </a:solidFill>
                <a:latin typeface="Century Gothic" panose="020B0502020202020204" pitchFamily="34" charset="0"/>
              </a:rPr>
              <a:t>Transfer</a:t>
            </a: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: é um </a:t>
            </a:r>
            <a:r>
              <a:rPr lang="pt-BR" b="1" i="1" dirty="0">
                <a:solidFill>
                  <a:srgbClr val="0E1835"/>
                </a:solidFill>
                <a:latin typeface="Century Gothic" panose="020B0502020202020204" pitchFamily="34" charset="0"/>
              </a:rPr>
              <a:t>design de arquitetura </a:t>
            </a: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construído para servir aplicações em rede. </a:t>
            </a:r>
          </a:p>
          <a:p>
            <a:pPr algn="just">
              <a:defRPr/>
            </a:pPr>
            <a:endParaRPr lang="pt-BR" dirty="0">
              <a:solidFill>
                <a:srgbClr val="0E1835"/>
              </a:solidFill>
              <a:latin typeface="Century Gothic" panose="020B0502020202020204" pitchFamily="34" charset="0"/>
            </a:endParaRPr>
          </a:p>
          <a:p>
            <a:pPr algn="just">
              <a:defRPr/>
            </a:pP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A arquitetura REST combina os seguintes conceitos:</a:t>
            </a:r>
          </a:p>
          <a:p>
            <a:pPr algn="just">
              <a:defRPr/>
            </a:pPr>
            <a:endParaRPr lang="pt-BR" dirty="0">
              <a:solidFill>
                <a:srgbClr val="0E1835"/>
              </a:solidFill>
              <a:latin typeface="Century Gothic" panose="020B0502020202020204" pitchFamily="34" charset="0"/>
            </a:endParaRPr>
          </a:p>
          <a:p>
            <a:pPr marL="285750" indent="-285750" algn="just">
              <a:buFontTx/>
              <a:buChar char="-"/>
              <a:defRPr/>
            </a:pP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Cliente-Servidor</a:t>
            </a:r>
          </a:p>
          <a:p>
            <a:pPr marL="285750" indent="-285750" algn="just">
              <a:buFontTx/>
              <a:buChar char="-"/>
              <a:defRPr/>
            </a:pPr>
            <a:r>
              <a:rPr lang="pt-BR" dirty="0" err="1">
                <a:solidFill>
                  <a:srgbClr val="0E1835"/>
                </a:solidFill>
                <a:latin typeface="Century Gothic" panose="020B0502020202020204" pitchFamily="34" charset="0"/>
              </a:rPr>
              <a:t>State</a:t>
            </a: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 </a:t>
            </a:r>
            <a:r>
              <a:rPr lang="pt-BR" dirty="0" err="1">
                <a:solidFill>
                  <a:srgbClr val="0E1835"/>
                </a:solidFill>
                <a:latin typeface="Century Gothic" panose="020B0502020202020204" pitchFamily="34" charset="0"/>
              </a:rPr>
              <a:t>Less</a:t>
            </a: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  (Sem Estado)</a:t>
            </a:r>
          </a:p>
          <a:p>
            <a:pPr marL="285750" indent="-285750" algn="just">
              <a:buFontTx/>
              <a:buChar char="-"/>
              <a:defRPr/>
            </a:pP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Cache</a:t>
            </a:r>
          </a:p>
          <a:p>
            <a:pPr marL="285750" indent="-285750" algn="just">
              <a:buFontTx/>
              <a:buChar char="-"/>
              <a:defRPr/>
            </a:pP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Código Sob Demanda</a:t>
            </a:r>
          </a:p>
          <a:p>
            <a:pPr marL="285750" indent="-285750" algn="just">
              <a:buFontTx/>
              <a:buChar char="-"/>
              <a:defRPr/>
            </a:pP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Sistema em Camadas</a:t>
            </a:r>
          </a:p>
          <a:p>
            <a:pPr marL="285750" indent="-285750" algn="just">
              <a:buFontTx/>
              <a:buChar char="-"/>
              <a:defRPr/>
            </a:pPr>
            <a:r>
              <a:rPr lang="pt-BR" dirty="0">
                <a:solidFill>
                  <a:srgbClr val="0E1835"/>
                </a:solidFill>
                <a:latin typeface="Century Gothic" panose="020B0502020202020204" pitchFamily="34" charset="0"/>
              </a:rPr>
              <a:t>Interface Uniforme</a:t>
            </a:r>
          </a:p>
          <a:p>
            <a:pPr algn="just">
              <a:defRPr/>
            </a:pP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22533" name="CaixaDeTexto 6">
            <a:extLst>
              <a:ext uri="{FF2B5EF4-FFF2-40B4-BE49-F238E27FC236}">
                <a16:creationId xmlns:a16="http://schemas.microsoft.com/office/drawing/2014/main" id="{43B7905E-8C6E-F793-4368-D463F79F4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638" y="180975"/>
            <a:ext cx="93773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3200"/>
              <a:t>API – Application Program Interface</a:t>
            </a:r>
          </a:p>
        </p:txBody>
      </p:sp>
      <p:sp>
        <p:nvSpPr>
          <p:cNvPr id="22534" name="CaixaDeTexto 7">
            <a:extLst>
              <a:ext uri="{FF2B5EF4-FFF2-40B4-BE49-F238E27FC236}">
                <a16:creationId xmlns:a16="http://schemas.microsoft.com/office/drawing/2014/main" id="{C908AC54-F855-34AB-C918-E6CD7F64B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5410200"/>
            <a:ext cx="75596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2000" dirty="0"/>
              <a:t>Exemplo</a:t>
            </a:r>
          </a:p>
          <a:p>
            <a:r>
              <a:rPr lang="pt-BR" altLang="pt-BR" sz="2000" dirty="0">
                <a:hlinkClick r:id="rId2"/>
              </a:rPr>
              <a:t>https://rapidapi.com/apidojo/api/imdb8</a:t>
            </a:r>
            <a:endParaRPr lang="pt-BR" altLang="pt-BR" sz="2000" dirty="0"/>
          </a:p>
          <a:p>
            <a:endParaRPr lang="pt-BR" altLang="pt-BR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Número de Slide 3">
            <a:extLst>
              <a:ext uri="{FF2B5EF4-FFF2-40B4-BE49-F238E27FC236}">
                <a16:creationId xmlns:a16="http://schemas.microsoft.com/office/drawing/2014/main" id="{7C7703F1-CFB8-BCE5-B449-7B9A6ECD8E5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331E4CC-56C0-4833-B616-C1AC36AB929C}" type="slidenum">
              <a:rPr lang="en-US" altLang="pt-BR" sz="1400" smtClean="0"/>
              <a:pPr/>
              <a:t>6</a:t>
            </a:fld>
            <a:endParaRPr lang="en-US" altLang="pt-BR" sz="1400"/>
          </a:p>
        </p:txBody>
      </p:sp>
      <p:sp>
        <p:nvSpPr>
          <p:cNvPr id="25603" name="CaixaDeTexto 1">
            <a:extLst>
              <a:ext uri="{FF2B5EF4-FFF2-40B4-BE49-F238E27FC236}">
                <a16:creationId xmlns:a16="http://schemas.microsoft.com/office/drawing/2014/main" id="{67EF29A6-8495-B5F9-3386-2BC6A2717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3813" y="163513"/>
            <a:ext cx="1219200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/>
              <a:t>JSON - JavaScript Object Notation</a:t>
            </a:r>
          </a:p>
        </p:txBody>
      </p:sp>
      <p:sp>
        <p:nvSpPr>
          <p:cNvPr id="25604" name="CaixaDeTexto 2">
            <a:extLst>
              <a:ext uri="{FF2B5EF4-FFF2-40B4-BE49-F238E27FC236}">
                <a16:creationId xmlns:a16="http://schemas.microsoft.com/office/drawing/2014/main" id="{579B31E4-77D4-54D9-2EFF-E90D9D679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3813" y="1009650"/>
            <a:ext cx="1219200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000"/>
              <a:t>Fonte: </a:t>
            </a:r>
            <a:r>
              <a:rPr lang="pt-BR" altLang="pt-BR" sz="2000">
                <a:hlinkClick r:id="rId2"/>
              </a:rPr>
              <a:t>https://www.json.org/</a:t>
            </a:r>
            <a:endParaRPr lang="pt-BR" altLang="pt-BR" sz="2000"/>
          </a:p>
        </p:txBody>
      </p:sp>
      <p:sp>
        <p:nvSpPr>
          <p:cNvPr id="25605" name="CaixaDeTexto 4">
            <a:extLst>
              <a:ext uri="{FF2B5EF4-FFF2-40B4-BE49-F238E27FC236}">
                <a16:creationId xmlns:a16="http://schemas.microsoft.com/office/drawing/2014/main" id="{2387D528-0C15-4644-C351-18D99D3E8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8" y="1619250"/>
            <a:ext cx="121443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/>
            <a:r>
              <a:rPr lang="pt-BR" altLang="pt-BR" sz="2000" b="1"/>
              <a:t>JSON</a:t>
            </a:r>
            <a:r>
              <a:rPr lang="pt-BR" altLang="pt-BR" sz="2000"/>
              <a:t> (JavaScript Object Notation) é um formato leve de intercâmbio de dados. É fácil para um pessoa ler e escrever. É fácil para uma máquina analisar e gerar. Ele é baseado em um subconjunto do JavaScript Programming Language Standard ECMA-262 3rd Edition - December 1999. JSON é um formato de texto completamente independente de linguagem, mas usa convenções familiares aos programadores da família C de linguagens, incluindo C, C++, C#, Java, JavaScript, Perl, Python e muitos outros. Essas propriedades tornam o JSON uma linguagem de intercâmbio de dados ideal.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134722-F445-1785-FA9A-3DCF9087C969}"/>
              </a:ext>
            </a:extLst>
          </p:cNvPr>
          <p:cNvSpPr txBox="1"/>
          <p:nvPr/>
        </p:nvSpPr>
        <p:spPr>
          <a:xfrm>
            <a:off x="119063" y="4437063"/>
            <a:ext cx="12144375" cy="1938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000" dirty="0"/>
              <a:t>JSON é construído em duas estruturas: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Uma coleção de pares nome/valor. Em várias linguagens, isso é realizado como um objeto, registro, estrutura, dicionário, tabela de </a:t>
            </a:r>
            <a:r>
              <a:rPr lang="pt-BR" sz="2000" dirty="0" err="1"/>
              <a:t>hash</a:t>
            </a:r>
            <a:r>
              <a:rPr lang="pt-BR" sz="2000" dirty="0"/>
              <a:t>, lista de chaves ou matriz associativa.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Uma lista ordenada de valores. Na maioria das linguagens, isso é realizado como uma matriz, vetor, lista ou sequência.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7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/>
              <a:t>JSON - JavaScript Object Notation</a:t>
            </a:r>
          </a:p>
        </p:txBody>
      </p:sp>
      <p:sp>
        <p:nvSpPr>
          <p:cNvPr id="26628" name="CaixaDeTexto 2">
            <a:extLst>
              <a:ext uri="{FF2B5EF4-FFF2-40B4-BE49-F238E27FC236}">
                <a16:creationId xmlns:a16="http://schemas.microsoft.com/office/drawing/2014/main" id="{56B3472B-94E0-DDE4-D7EA-32619CFC0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781050"/>
            <a:ext cx="1219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000"/>
              <a:t>Fonte: </a:t>
            </a:r>
            <a:r>
              <a:rPr lang="pt-BR" altLang="pt-BR" sz="2000">
                <a:hlinkClick r:id="rId2"/>
              </a:rPr>
              <a:t>https://www.json.org/</a:t>
            </a:r>
            <a:endParaRPr lang="pt-BR" altLang="pt-BR" sz="2000"/>
          </a:p>
        </p:txBody>
      </p:sp>
      <p:pic>
        <p:nvPicPr>
          <p:cNvPr id="26629" name="Imagem 4">
            <a:extLst>
              <a:ext uri="{FF2B5EF4-FFF2-40B4-BE49-F238E27FC236}">
                <a16:creationId xmlns:a16="http://schemas.microsoft.com/office/drawing/2014/main" id="{94C8D99C-FCB8-87B6-5B22-BA03161A2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1258888"/>
            <a:ext cx="3554412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Imagem 5">
            <a:extLst>
              <a:ext uri="{FF2B5EF4-FFF2-40B4-BE49-F238E27FC236}">
                <a16:creationId xmlns:a16="http://schemas.microsoft.com/office/drawing/2014/main" id="{1A858737-C0C5-13A2-B6E7-7C9A18F04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181100"/>
            <a:ext cx="3168650" cy="471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Imagem 6">
            <a:extLst>
              <a:ext uri="{FF2B5EF4-FFF2-40B4-BE49-F238E27FC236}">
                <a16:creationId xmlns:a16="http://schemas.microsoft.com/office/drawing/2014/main" id="{045AAC93-421B-4C33-45C3-4A42BFA8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388" y="1187450"/>
            <a:ext cx="2590800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Imagem 7">
            <a:extLst>
              <a:ext uri="{FF2B5EF4-FFF2-40B4-BE49-F238E27FC236}">
                <a16:creationId xmlns:a16="http://schemas.microsoft.com/office/drawing/2014/main" id="{8FCF587C-768E-65AF-F24B-26F4B97B5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150" y="1371600"/>
            <a:ext cx="2528888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3" name="Imagem 8">
            <a:extLst>
              <a:ext uri="{FF2B5EF4-FFF2-40B4-BE49-F238E27FC236}">
                <a16:creationId xmlns:a16="http://schemas.microsoft.com/office/drawing/2014/main" id="{08068168-2BC5-B2BA-22BA-2D8A841B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9438" y="3808413"/>
            <a:ext cx="2592387" cy="167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8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07" y="1094602"/>
            <a:ext cx="11842545" cy="3754874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Pré-requisitos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Antes de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começar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certifique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-se de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ter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instalado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 Python 3 e o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JupyterLab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em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sua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</a:rPr>
              <a:t>á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quina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Você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tamb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</a:rPr>
              <a:t>é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precisar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</a:rPr>
              <a:t>á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das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seguintes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bibliotecas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Python:</a:t>
            </a:r>
            <a:endParaRPr kumimoji="0" lang="en-US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Flask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pt-BR" sz="20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Você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pode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instal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</a:rPr>
              <a:t>á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-las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usando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gerenciador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pacotes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pip: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pt-BR" sz="2000" dirty="0">
              <a:solidFill>
                <a:srgbClr val="374151"/>
              </a:solidFill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inherit"/>
              </a:rPr>
              <a:t>pip install flask requests</a:t>
            </a:r>
            <a:endParaRPr kumimoji="0" lang="en-US" altLang="pt-BR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05730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9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935196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01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4329B82-5C24-7A02-54DF-E55EE258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427639"/>
            <a:ext cx="5461000" cy="28623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4DED9D5-1D32-C64B-665B-8D270EDCF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700" y="1673859"/>
            <a:ext cx="5519965" cy="26160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430161" y="4342406"/>
            <a:ext cx="11699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 código acima habilita o http server na porta 5000 no </a:t>
            </a:r>
            <a:r>
              <a:rPr lang="pt-BR" sz="2000" dirty="0" err="1"/>
              <a:t>localhost</a:t>
            </a:r>
            <a:r>
              <a:rPr lang="pt-BR" sz="2000" dirty="0"/>
              <a:t> (127.0.0.1) e associa como página default (“/”) a função index() </a:t>
            </a:r>
          </a:p>
        </p:txBody>
      </p:sp>
    </p:spTree>
    <p:extLst>
      <p:ext uri="{BB962C8B-B14F-4D97-AF65-F5344CB8AC3E}">
        <p14:creationId xmlns:p14="http://schemas.microsoft.com/office/powerpoint/2010/main" val="2335895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10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935196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02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128639" y="5185421"/>
            <a:ext cx="11699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 código acima adicionamos o </a:t>
            </a:r>
            <a:r>
              <a:rPr lang="pt-BR" sz="2000" i="1" dirty="0" err="1"/>
              <a:t>endpoint</a:t>
            </a:r>
            <a:r>
              <a:rPr lang="pt-BR" sz="2000" dirty="0"/>
              <a:t> /dados e retorno os dados de uma aluno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6F7E88B-3CE2-BBA2-1ADE-A15C569BF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199" y="1614274"/>
            <a:ext cx="5200099" cy="166232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3D865E1-7D29-8AA0-B1CA-84E6DC4F8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6" y="1379042"/>
            <a:ext cx="6380624" cy="388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97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11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935196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03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101600" y="5722749"/>
            <a:ext cx="12055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 código acima adicionamos o </a:t>
            </a:r>
            <a:r>
              <a:rPr lang="pt-BR" sz="2000" i="1" dirty="0" err="1"/>
              <a:t>endpoint</a:t>
            </a:r>
            <a:r>
              <a:rPr lang="pt-BR" sz="2000" dirty="0"/>
              <a:t> /dobrar com o parâmetro num retorno o dobro do número passado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965CB6-2AEE-9C34-A14B-75624D6AC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4" y="1430512"/>
            <a:ext cx="6899276" cy="427365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6D2925E-7D06-544F-9520-C90BDFA96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68944"/>
            <a:ext cx="4790870" cy="176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8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12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574249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04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101600" y="5722749"/>
            <a:ext cx="12055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 código acima adicionamos o </a:t>
            </a:r>
            <a:r>
              <a:rPr lang="pt-BR" sz="2000" i="1" dirty="0" err="1"/>
              <a:t>endpoint</a:t>
            </a:r>
            <a:r>
              <a:rPr lang="pt-BR" sz="2000" dirty="0"/>
              <a:t> /somas com os parâmetros n1 e n2 sendo passados por </a:t>
            </a:r>
            <a:r>
              <a:rPr lang="pt-BR" sz="2000" i="1" dirty="0" err="1"/>
              <a:t>QueryString</a:t>
            </a:r>
            <a:r>
              <a:rPr lang="pt-BR" sz="2000" i="1" dirty="0"/>
              <a:t> </a:t>
            </a:r>
            <a:r>
              <a:rPr lang="pt-BR" sz="2000" dirty="0"/>
              <a:t>retornando a soma de n1 e n2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796ACA1-FBBC-57F8-E91E-2A012780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692"/>
            <a:ext cx="6324600" cy="477918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1E6D4D2-ADEA-236E-8C86-B39699C82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291445"/>
            <a:ext cx="5588456" cy="99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8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13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574249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05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101600" y="5722749"/>
            <a:ext cx="1205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Queremos fazer uma API que retorne os dados da planilha em formato JSON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AD3525-34DA-CC19-5824-AB46876DE855}"/>
              </a:ext>
            </a:extLst>
          </p:cNvPr>
          <p:cNvSpPr txBox="1"/>
          <p:nvPr/>
        </p:nvSpPr>
        <p:spPr>
          <a:xfrm>
            <a:off x="68262" y="1120310"/>
            <a:ext cx="1205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Considere a planilha Farmacia.xlsx conforme exemplo abaixo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C65040-9095-42DE-A42B-408FDB274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2" y="1474252"/>
            <a:ext cx="10010877" cy="405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73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14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574249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05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101600" y="5722749"/>
            <a:ext cx="12055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No exemplo acima importamos a planilha Excel para um </a:t>
            </a:r>
            <a:r>
              <a:rPr lang="pt-BR" sz="2000" dirty="0" err="1"/>
              <a:t>Dataframe</a:t>
            </a:r>
            <a:r>
              <a:rPr lang="pt-BR" sz="2000" dirty="0"/>
              <a:t> e depois retornamos ela em forma JSON com o comando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1B30C9-4408-9C05-34A3-6FFD3828E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1155362"/>
            <a:ext cx="11557001" cy="44418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8308342-B908-036D-B450-6F58EB4D6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906" y="6108178"/>
            <a:ext cx="9436239" cy="42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77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15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574249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05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114402" y="6109850"/>
            <a:ext cx="1205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Acima o JSON retornado pela API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27BC081-3C4A-5D51-26CA-8C703BCD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" y="1015608"/>
            <a:ext cx="12055475" cy="509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60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16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574249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06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101600" y="5722749"/>
            <a:ext cx="1205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Queremos fazer uma API que retorne os dados da planilha em formato JSON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AD3525-34DA-CC19-5824-AB46876DE855}"/>
              </a:ext>
            </a:extLst>
          </p:cNvPr>
          <p:cNvSpPr txBox="1"/>
          <p:nvPr/>
        </p:nvSpPr>
        <p:spPr>
          <a:xfrm>
            <a:off x="68262" y="1120310"/>
            <a:ext cx="12055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Queremos um serviço na nossa API que dado um código de medicamento, o serviço retorne todos os Pedidos da planilha Farmacia.xlsx somete do medicamento solicitado,  conforme exemplo abaixo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DC0207E-B40F-A333-5650-0D2C86BD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34" y="2145186"/>
            <a:ext cx="10746043" cy="318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09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17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574249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06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101600" y="5722749"/>
            <a:ext cx="1205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Para isso adicionamos o </a:t>
            </a:r>
            <a:r>
              <a:rPr lang="pt-BR" sz="2000" i="1" dirty="0" err="1"/>
              <a:t>EndPoint</a:t>
            </a:r>
            <a:r>
              <a:rPr lang="pt-BR" sz="2000" dirty="0"/>
              <a:t> /</a:t>
            </a:r>
            <a:r>
              <a:rPr lang="pt-BR" sz="2000" dirty="0" err="1"/>
              <a:t>remedio</a:t>
            </a:r>
            <a:r>
              <a:rPr lang="pt-BR" sz="2000" dirty="0"/>
              <a:t>  com o parâmetro </a:t>
            </a:r>
            <a:r>
              <a:rPr lang="pt-BR" sz="2000" b="1" dirty="0" err="1"/>
              <a:t>cod</a:t>
            </a:r>
            <a:r>
              <a:rPr lang="pt-BR" sz="2000" dirty="0"/>
              <a:t> por </a:t>
            </a:r>
            <a:r>
              <a:rPr lang="pt-BR" sz="2000" i="1" dirty="0" err="1"/>
              <a:t>QueryString</a:t>
            </a:r>
            <a:endParaRPr lang="pt-BR" sz="2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7E322E-35AA-221B-C6CA-7577CCAD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045091"/>
            <a:ext cx="11252200" cy="460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82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3">
            <a:extLst>
              <a:ext uri="{FF2B5EF4-FFF2-40B4-BE49-F238E27FC236}">
                <a16:creationId xmlns:a16="http://schemas.microsoft.com/office/drawing/2014/main" id="{283782AA-2074-01E7-E5AB-A6A781A09E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7660C9-FBCA-4857-ABAC-B5D294660D5D}" type="slidenum">
              <a:rPr lang="en-US" altLang="pt-BR" sz="1400" smtClean="0"/>
              <a:pPr/>
              <a:t>18</a:t>
            </a:fld>
            <a:endParaRPr lang="en-US" altLang="pt-BR" sz="1400"/>
          </a:p>
        </p:txBody>
      </p:sp>
      <p:sp>
        <p:nvSpPr>
          <p:cNvPr id="26627" name="CaixaDeTexto 1">
            <a:extLst>
              <a:ext uri="{FF2B5EF4-FFF2-40B4-BE49-F238E27FC236}">
                <a16:creationId xmlns:a16="http://schemas.microsoft.com/office/drawing/2014/main" id="{B54513DD-55AB-2852-BB3D-E428D236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166688"/>
            <a:ext cx="1219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2800" dirty="0"/>
              <a:t>Construindo uma API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B36C7-C6A6-5D8E-3959-802633BB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574249"/>
            <a:ext cx="11842545" cy="4924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pt-BR" sz="3200" b="1" dirty="0">
                <a:latin typeface="Söhne"/>
              </a:rPr>
              <a:t>EXEMPLO 06</a:t>
            </a:r>
            <a:endParaRPr kumimoji="0" lang="en-US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823DC-49E5-0A2F-2C89-979CD76352B4}"/>
              </a:ext>
            </a:extLst>
          </p:cNvPr>
          <p:cNvSpPr txBox="1"/>
          <p:nvPr/>
        </p:nvSpPr>
        <p:spPr>
          <a:xfrm>
            <a:off x="259634" y="5640541"/>
            <a:ext cx="1205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Acima o JSON retornado pela API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FCC288-ACF1-6587-90CA-D7854D419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1" y="1205242"/>
            <a:ext cx="11842545" cy="435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5959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FF6600"/>
      </a:hlink>
      <a:folHlink>
        <a:srgbClr val="FFFFFF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D93FEA013587C4E849B4B2C9A4B89CC" ma:contentTypeVersion="3" ma:contentTypeDescription="Crie um novo documento." ma:contentTypeScope="" ma:versionID="dae2384e2106cdd8907f1c3c4ab455f1">
  <xsd:schema xmlns:xsd="http://www.w3.org/2001/XMLSchema" xmlns:xs="http://www.w3.org/2001/XMLSchema" xmlns:p="http://schemas.microsoft.com/office/2006/metadata/properties" xmlns:ns2="4326278b-7696-4115-a2b5-8178480585cc" targetNamespace="http://schemas.microsoft.com/office/2006/metadata/properties" ma:root="true" ma:fieldsID="e8b6ae072741775cdd2fb871504981aa" ns2:_="">
    <xsd:import namespace="4326278b-7696-4115-a2b5-8178480585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6278b-7696-4115-a2b5-8178480585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A469C9-A3CA-4EB9-B547-9DC005147177}"/>
</file>

<file path=customXml/itemProps2.xml><?xml version="1.0" encoding="utf-8"?>
<ds:datastoreItem xmlns:ds="http://schemas.openxmlformats.org/officeDocument/2006/customXml" ds:itemID="{A8AADC1B-D978-45F9-A2EC-8B0B4FDB3232}"/>
</file>

<file path=customXml/itemProps3.xml><?xml version="1.0" encoding="utf-8"?>
<ds:datastoreItem xmlns:ds="http://schemas.openxmlformats.org/officeDocument/2006/customXml" ds:itemID="{9385DFB1-D8AE-4C62-B965-FBC50BC3216D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2748</TotalTime>
  <Words>811</Words>
  <Application>Microsoft Office PowerPoint</Application>
  <PresentationFormat>Widescreen</PresentationFormat>
  <Paragraphs>111</Paragraphs>
  <Slides>18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Arial</vt:lpstr>
      <vt:lpstr>Century Gothic</vt:lpstr>
      <vt:lpstr>inherit</vt:lpstr>
      <vt:lpstr>Söhne</vt:lpstr>
      <vt:lpstr>Tahoma</vt:lpstr>
      <vt:lpstr>Times New Roman</vt:lpstr>
      <vt:lpstr>Wingdings</vt:lpstr>
      <vt:lpstr>Blueprint</vt:lpstr>
      <vt:lpstr>Construindo uma API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ESM Projetos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Governança de TI - PUC</dc:title>
  <dc:creator>Edson Moraes</dc:creator>
  <cp:lastModifiedBy>Eduardo Savino Gomes</cp:lastModifiedBy>
  <cp:revision>390</cp:revision>
  <cp:lastPrinted>1601-01-01T00:00:00Z</cp:lastPrinted>
  <dcterms:created xsi:type="dcterms:W3CDTF">2003-11-26T13:56:26Z</dcterms:created>
  <dcterms:modified xsi:type="dcterms:W3CDTF">2024-04-07T15:36:58Z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0x010100DD93FEA013587C4E849B4B2C9A4B89CC</vt:lpwstr>
  </property>
</Properties>
</file>